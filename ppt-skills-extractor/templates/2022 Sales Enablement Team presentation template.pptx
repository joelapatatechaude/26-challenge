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  <p:sldMasterId id="214748368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Red Hat Text Medium"/>
      <p:regular r:id="rId17"/>
      <p:bold r:id="rId18"/>
      <p:italic r:id="rId19"/>
      <p:boldItalic r:id="rId20"/>
    </p:embeddedFont>
    <p:embeddedFont>
      <p:font typeface="Proxima Nova"/>
      <p:regular r:id="rId21"/>
      <p:bold r:id="rId22"/>
      <p:italic r:id="rId23"/>
      <p:boldItalic r:id="rId24"/>
    </p:embeddedFont>
    <p:embeddedFont>
      <p:font typeface="Overpass"/>
      <p:regular r:id="rId25"/>
      <p:bold r:id="rId26"/>
      <p:italic r:id="rId27"/>
      <p:boldItalic r:id="rId28"/>
    </p:embeddedFont>
    <p:embeddedFont>
      <p:font typeface="Red Hat Display Medium"/>
      <p:regular r:id="rId29"/>
      <p:bold r:id="rId30"/>
      <p:italic r:id="rId31"/>
      <p:boldItalic r:id="rId32"/>
    </p:embeddedFont>
    <p:embeddedFont>
      <p:font typeface="Overpass Light"/>
      <p:regular r:id="rId33"/>
      <p:bold r:id="rId34"/>
      <p:italic r:id="rId35"/>
      <p:boldItalic r:id="rId36"/>
    </p:embeddedFont>
    <p:embeddedFont>
      <p:font typeface="Red Hat Display"/>
      <p:regular r:id="rId37"/>
      <p:bold r:id="rId38"/>
      <p:italic r:id="rId39"/>
      <p:boldItalic r:id="rId40"/>
    </p:embeddedFont>
    <p:embeddedFont>
      <p:font typeface="Overpass SemiBold"/>
      <p:regular r:id="rId41"/>
      <p:bold r:id="rId42"/>
      <p:italic r:id="rId43"/>
      <p:boldItalic r:id="rId44"/>
    </p:embeddedFont>
    <p:embeddedFont>
      <p:font typeface="Red Hat Text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864">
          <p15:clr>
            <a:srgbClr val="9AA0A6"/>
          </p15:clr>
        </p15:guide>
        <p15:guide id="2" orient="horz" pos="412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64"/>
        <p:guide pos="412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edHatDisplay-boldItalic.fntdata"/><Relationship Id="rId20" Type="http://schemas.openxmlformats.org/officeDocument/2006/relationships/font" Target="fonts/RedHatTextMedium-boldItalic.fntdata"/><Relationship Id="rId42" Type="http://schemas.openxmlformats.org/officeDocument/2006/relationships/font" Target="fonts/OverpassSemiBold-bold.fntdata"/><Relationship Id="rId41" Type="http://schemas.openxmlformats.org/officeDocument/2006/relationships/font" Target="fonts/OverpassSemiBold-regular.fntdata"/><Relationship Id="rId22" Type="http://schemas.openxmlformats.org/officeDocument/2006/relationships/font" Target="fonts/ProximaNova-bold.fntdata"/><Relationship Id="rId44" Type="http://schemas.openxmlformats.org/officeDocument/2006/relationships/font" Target="fonts/OverpassSemiBold-boldItalic.fntdata"/><Relationship Id="rId21" Type="http://schemas.openxmlformats.org/officeDocument/2006/relationships/font" Target="fonts/ProximaNova-regular.fntdata"/><Relationship Id="rId43" Type="http://schemas.openxmlformats.org/officeDocument/2006/relationships/font" Target="fonts/OverpassSemiBold-italic.fntdata"/><Relationship Id="rId24" Type="http://schemas.openxmlformats.org/officeDocument/2006/relationships/font" Target="fonts/ProximaNova-boldItalic.fntdata"/><Relationship Id="rId46" Type="http://schemas.openxmlformats.org/officeDocument/2006/relationships/font" Target="fonts/RedHatText-bold.fntdata"/><Relationship Id="rId23" Type="http://schemas.openxmlformats.org/officeDocument/2006/relationships/font" Target="fonts/ProximaNova-italic.fntdata"/><Relationship Id="rId45" Type="http://schemas.openxmlformats.org/officeDocument/2006/relationships/font" Target="fonts/RedHatTex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verpass-bold.fntdata"/><Relationship Id="rId48" Type="http://schemas.openxmlformats.org/officeDocument/2006/relationships/font" Target="fonts/RedHatText-boldItalic.fntdata"/><Relationship Id="rId25" Type="http://schemas.openxmlformats.org/officeDocument/2006/relationships/font" Target="fonts/Overpass-regular.fntdata"/><Relationship Id="rId47" Type="http://schemas.openxmlformats.org/officeDocument/2006/relationships/font" Target="fonts/RedHatText-italic.fntdata"/><Relationship Id="rId28" Type="http://schemas.openxmlformats.org/officeDocument/2006/relationships/font" Target="fonts/Overpass-boldItalic.fntdata"/><Relationship Id="rId27" Type="http://schemas.openxmlformats.org/officeDocument/2006/relationships/font" Target="fonts/Overpas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edHatDisplay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edHatDisplayMedium-italic.fntdata"/><Relationship Id="rId30" Type="http://schemas.openxmlformats.org/officeDocument/2006/relationships/font" Target="fonts/RedHatDisplayMedium-bold.fntdata"/><Relationship Id="rId11" Type="http://schemas.openxmlformats.org/officeDocument/2006/relationships/slide" Target="slides/slide5.xml"/><Relationship Id="rId33" Type="http://schemas.openxmlformats.org/officeDocument/2006/relationships/font" Target="fonts/OverpassLight-regular.fntdata"/><Relationship Id="rId10" Type="http://schemas.openxmlformats.org/officeDocument/2006/relationships/slide" Target="slides/slide4.xml"/><Relationship Id="rId32" Type="http://schemas.openxmlformats.org/officeDocument/2006/relationships/font" Target="fonts/RedHatDisplayMedium-boldItalic.fntdata"/><Relationship Id="rId13" Type="http://schemas.openxmlformats.org/officeDocument/2006/relationships/slide" Target="slides/slide7.xml"/><Relationship Id="rId35" Type="http://schemas.openxmlformats.org/officeDocument/2006/relationships/font" Target="fonts/OverpassLight-italic.fntdata"/><Relationship Id="rId12" Type="http://schemas.openxmlformats.org/officeDocument/2006/relationships/slide" Target="slides/slide6.xml"/><Relationship Id="rId34" Type="http://schemas.openxmlformats.org/officeDocument/2006/relationships/font" Target="fonts/OverpassLight-bold.fntdata"/><Relationship Id="rId15" Type="http://schemas.openxmlformats.org/officeDocument/2006/relationships/slide" Target="slides/slide9.xml"/><Relationship Id="rId37" Type="http://schemas.openxmlformats.org/officeDocument/2006/relationships/font" Target="fonts/RedHatDisplay-regular.fntdata"/><Relationship Id="rId14" Type="http://schemas.openxmlformats.org/officeDocument/2006/relationships/slide" Target="slides/slide8.xml"/><Relationship Id="rId36" Type="http://schemas.openxmlformats.org/officeDocument/2006/relationships/font" Target="fonts/OverpassLight-boldItalic.fntdata"/><Relationship Id="rId17" Type="http://schemas.openxmlformats.org/officeDocument/2006/relationships/font" Target="fonts/RedHatTextMedium-regular.fntdata"/><Relationship Id="rId39" Type="http://schemas.openxmlformats.org/officeDocument/2006/relationships/font" Target="fonts/RedHatDisplay-italic.fntdata"/><Relationship Id="rId16" Type="http://schemas.openxmlformats.org/officeDocument/2006/relationships/slide" Target="slides/slide10.xml"/><Relationship Id="rId38" Type="http://schemas.openxmlformats.org/officeDocument/2006/relationships/font" Target="fonts/RedHatDisplay-bold.fntdata"/><Relationship Id="rId19" Type="http://schemas.openxmlformats.org/officeDocument/2006/relationships/font" Target="fonts/RedHatTextMedium-italic.fntdata"/><Relationship Id="rId18" Type="http://schemas.openxmlformats.org/officeDocument/2006/relationships/font" Target="fonts/RedHatTex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10cb2a11f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10cb2a11f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16318d6a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16318d6a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16318d6a4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16318d6a4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16318d6a4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16318d6a4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16318d6a4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16318d6a4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16318d6a4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16318d6a4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16318d6a4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16318d6a4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16318d6a4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16318d6a4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16318d6a4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16318d6a4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16318d6a4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16318d6a4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1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1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1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1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1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1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32.png"/><Relationship Id="rId6" Type="http://schemas.openxmlformats.org/officeDocument/2006/relationships/image" Target="../media/image2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3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red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2083725" y="46817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4471850" y="46817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red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9804" y="3535984"/>
            <a:ext cx="455950" cy="45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9804" y="2767909"/>
            <a:ext cx="455950" cy="45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9804" y="1999834"/>
            <a:ext cx="455950" cy="45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9804" y="4304059"/>
            <a:ext cx="455950" cy="4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linkedin.com/company/red-hat</a:t>
            </a:r>
            <a:endParaRPr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7960472" y="27678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youtube.com/user/RedHatVideos</a:t>
            </a:r>
            <a:endParaRPr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7960472" y="35359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facebook.com/redhatinc</a:t>
            </a:r>
            <a:endParaRPr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7960472" y="43039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twitter.com/RedHat</a:t>
            </a:r>
            <a:endParaRPr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cxnSp>
        <p:nvCxnSpPr>
          <p:cNvPr id="30" name="Google Shape;30;p3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" name="Google Shape;31;p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lack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2083725" y="46817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471850" y="46817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9pPr>
          </a:lstStyle>
          <a:p/>
        </p:txBody>
      </p:sp>
      <p:pic>
        <p:nvPicPr>
          <p:cNvPr id="38" name="Google Shape;3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Google Shape;39;p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 closing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43" name="Google Shape;43;p5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600">
                <a:solidFill>
                  <a:srgbClr val="EBEBEB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rgbClr val="EBEBEB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44" name="Google Shape;44;p5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9pPr>
          </a:lstStyle>
          <a:p/>
        </p:txBody>
      </p:sp>
      <p:pic>
        <p:nvPicPr>
          <p:cNvPr id="45" name="Google Shape;4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BEBEB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linkedin.com/company/red-hat</a:t>
            </a:r>
            <a:endParaRPr>
              <a:solidFill>
                <a:srgbClr val="EBEBEB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7960472" y="27678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BEBEB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youtube.com/user/RedHatVideos</a:t>
            </a:r>
            <a:endParaRPr>
              <a:solidFill>
                <a:srgbClr val="EBEBEB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7960472" y="35359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BEBEB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facebook.com/redhatinc</a:t>
            </a:r>
            <a:endParaRPr>
              <a:solidFill>
                <a:srgbClr val="EBEBEB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7960472" y="43039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BEBEB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twitter.com/RedHat</a:t>
            </a:r>
            <a:endParaRPr>
              <a:solidFill>
                <a:srgbClr val="EBEBEB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cxnSp>
        <p:nvCxnSpPr>
          <p:cNvPr id="50" name="Google Shape;50;p5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" name="Google Shape;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1275" y="1882617"/>
            <a:ext cx="580517" cy="580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1275" y="3404473"/>
            <a:ext cx="580517" cy="580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21275" y="2705617"/>
            <a:ext cx="580517" cy="580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21275" y="4214033"/>
            <a:ext cx="580517" cy="5805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illustrated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6"/>
          <p:cNvSpPr txBox="1"/>
          <p:nvPr>
            <p:ph idx="1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2" name="Google Shape;62;p6"/>
          <p:cNvSpPr txBox="1"/>
          <p:nvPr>
            <p:ph type="title"/>
          </p:nvPr>
        </p:nvSpPr>
        <p:spPr>
          <a:xfrm>
            <a:off x="5660525" y="1709031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2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4" name="Google Shape;64;p6"/>
          <p:cNvSpPr txBox="1"/>
          <p:nvPr>
            <p:ph idx="3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illustrated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Google Shape;67;p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7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sp>
        <p:nvSpPr>
          <p:cNvPr id="71" name="Google Shape;71;p7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2" name="Google Shape;72;p7"/>
          <p:cNvSpPr txBox="1"/>
          <p:nvPr/>
        </p:nvSpPr>
        <p:spPr>
          <a:xfrm>
            <a:off x="5903450" y="4669200"/>
            <a:ext cx="2323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verpass Light"/>
                <a:ea typeface="Overpass Light"/>
                <a:cs typeface="Overpass Light"/>
                <a:sym typeface="Overpass Light"/>
              </a:rPr>
              <a:t>linkedin.com/company/red-hat</a:t>
            </a:r>
            <a:endParaRPr sz="11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73" name="Google Shape;73;p7"/>
          <p:cNvSpPr txBox="1"/>
          <p:nvPr/>
        </p:nvSpPr>
        <p:spPr>
          <a:xfrm>
            <a:off x="5903450" y="5174300"/>
            <a:ext cx="2323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verpass Light"/>
                <a:ea typeface="Overpass Light"/>
                <a:cs typeface="Overpass Light"/>
                <a:sym typeface="Overpass Light"/>
              </a:rPr>
              <a:t>youtube.com/user/RedHatVideos</a:t>
            </a:r>
            <a:endParaRPr sz="11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8815525" y="4669200"/>
            <a:ext cx="2323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verpass Light"/>
                <a:ea typeface="Overpass Light"/>
                <a:cs typeface="Overpass Light"/>
                <a:sym typeface="Overpass Light"/>
              </a:rPr>
              <a:t>facebook.com/redhatinc</a:t>
            </a:r>
            <a:endParaRPr sz="11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8815525" y="5174300"/>
            <a:ext cx="2323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verpass Light"/>
                <a:ea typeface="Overpass Light"/>
                <a:cs typeface="Overpass Light"/>
                <a:sym typeface="Overpass Light"/>
              </a:rPr>
              <a:t>twitter.com/RedHat</a:t>
            </a:r>
            <a:endParaRPr sz="11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pic>
        <p:nvPicPr>
          <p:cNvPr id="76" name="Google Shape;76;p7"/>
          <p:cNvPicPr preferRelativeResize="0"/>
          <p:nvPr/>
        </p:nvPicPr>
        <p:blipFill rotWithShape="1">
          <a:blip r:embed="rId4">
            <a:alphaModFix/>
          </a:blip>
          <a:srcRect b="0" l="2508" r="2498" t="0"/>
          <a:stretch/>
        </p:blipFill>
        <p:spPr>
          <a:xfrm>
            <a:off x="8586459" y="5174306"/>
            <a:ext cx="229075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7"/>
          <p:cNvPicPr preferRelativeResize="0"/>
          <p:nvPr/>
        </p:nvPicPr>
        <p:blipFill rotWithShape="1">
          <a:blip r:embed="rId5">
            <a:alphaModFix/>
          </a:blip>
          <a:srcRect b="0" l="2678" r="2678" t="0"/>
          <a:stretch/>
        </p:blipFill>
        <p:spPr>
          <a:xfrm>
            <a:off x="8586459" y="4669206"/>
            <a:ext cx="229075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7"/>
          <p:cNvPicPr preferRelativeResize="0"/>
          <p:nvPr/>
        </p:nvPicPr>
        <p:blipFill rotWithShape="1">
          <a:blip r:embed="rId6">
            <a:alphaModFix/>
          </a:blip>
          <a:srcRect b="0" l="2508" r="2498" t="0"/>
          <a:stretch/>
        </p:blipFill>
        <p:spPr>
          <a:xfrm>
            <a:off x="5660534" y="5174306"/>
            <a:ext cx="229075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7">
            <a:alphaModFix/>
          </a:blip>
          <a:srcRect b="0" l="2326" r="2326" t="0"/>
          <a:stretch/>
        </p:blipFill>
        <p:spPr>
          <a:xfrm>
            <a:off x="5660534" y="4669206"/>
            <a:ext cx="229075" cy="24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black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cxnSp>
        <p:nvCxnSpPr>
          <p:cNvPr id="82" name="Google Shape;82;p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sp>
        <p:nvSpPr>
          <p:cNvPr id="86" name="Google Shape;86;p8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6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87" name="Google Shape;87;p8"/>
          <p:cNvSpPr txBox="1"/>
          <p:nvPr>
            <p:ph idx="2" type="subTitle"/>
          </p:nvPr>
        </p:nvSpPr>
        <p:spPr>
          <a:xfrm>
            <a:off x="92514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9pPr>
          </a:lstStyle>
          <a:p/>
        </p:txBody>
      </p:sp>
      <p:pic>
        <p:nvPicPr>
          <p:cNvPr id="88" name="Google Shape;88;p8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hite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cxnSp>
        <p:nvCxnSpPr>
          <p:cNvPr id="91" name="Google Shape;91;p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3" name="Google Shape;93;p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subTitle"/>
          </p:nvPr>
        </p:nvSpPr>
        <p:spPr>
          <a:xfrm>
            <a:off x="92514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pic>
        <p:nvPicPr>
          <p:cNvPr id="96" name="Google Shape;9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hite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cxnSp>
        <p:nvCxnSpPr>
          <p:cNvPr id="99" name="Google Shape;99;p1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1" name="Google Shape;101;p1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2" type="subTitle"/>
          </p:nvPr>
        </p:nvSpPr>
        <p:spPr>
          <a:xfrm>
            <a:off x="92514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pic>
        <p:nvPicPr>
          <p:cNvPr id="104" name="Google Shape;104;p10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0"/>
          <p:cNvSpPr txBox="1"/>
          <p:nvPr>
            <p:ph idx="3" type="subTitle"/>
          </p:nvPr>
        </p:nvSpPr>
        <p:spPr>
          <a:xfrm>
            <a:off x="92514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large quote white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1pPr>
            <a:lvl2pPr lv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2pPr>
            <a:lvl3pPr lvl="2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3pPr>
            <a:lvl4pPr lvl="3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4pPr>
            <a:lvl5pPr lvl="4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5pPr>
            <a:lvl6pPr lvl="5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6pPr>
            <a:lvl7pPr lvl="6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7pPr>
            <a:lvl8pPr lvl="7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8pPr>
            <a:lvl9pPr lvl="8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108" name="Google Shape;108;p1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1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pic>
        <p:nvPicPr>
          <p:cNvPr id="111" name="Google Shape;111;p11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1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large quote red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1pPr>
            <a:lvl2pPr lvl="1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2pPr>
            <a:lvl3pPr lvl="2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3pPr>
            <a:lvl4pPr lvl="3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4pPr>
            <a:lvl5pPr lvl="4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5pPr>
            <a:lvl6pPr lvl="5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6pPr>
            <a:lvl7pPr lvl="6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7pPr>
            <a:lvl8pPr lvl="7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8pPr>
            <a:lvl9pPr lvl="8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15" name="Google Shape;115;p1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12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2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cxnSp>
        <p:nvCxnSpPr>
          <p:cNvPr id="119" name="Google Shape;119;p12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large quote illustrated">
  <p:cSld name="CUSTOM_3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/>
          <p:nvPr>
            <p:ph type="title"/>
          </p:nvPr>
        </p:nvSpPr>
        <p:spPr>
          <a:xfrm>
            <a:off x="5674100" y="1632950"/>
            <a:ext cx="5037300" cy="388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1pPr>
            <a:lvl2pPr lvl="1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2pPr>
            <a:lvl3pPr lvl="2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3pPr>
            <a:lvl4pPr lvl="3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4pPr>
            <a:lvl5pPr lvl="4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5pPr>
            <a:lvl6pPr lvl="5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6pPr>
            <a:lvl7pPr lvl="6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7pPr>
            <a:lvl8pPr lvl="7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8pPr>
            <a:lvl9pPr lvl="8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4" name="Google Shape;124;p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1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pic>
        <p:nvPicPr>
          <p:cNvPr id="128" name="Google Shape;12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">
  <p:cSld name="CUSTOM_4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type="title"/>
          </p:nvPr>
        </p:nvSpPr>
        <p:spPr>
          <a:xfrm>
            <a:off x="1752600" y="946000"/>
            <a:ext cx="8686800" cy="96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31" name="Google Shape;131;p1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33" name="Google Shape;133;p1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4"/>
          <p:cNvSpPr txBox="1"/>
          <p:nvPr>
            <p:ph idx="2" type="subTitle"/>
          </p:nvPr>
        </p:nvSpPr>
        <p:spPr>
          <a:xfrm>
            <a:off x="885050" y="6169550"/>
            <a:ext cx="91830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1pPr>
            <a:lvl2pPr lvl="1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2pPr>
            <a:lvl3pPr lvl="2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3pPr>
            <a:lvl4pPr lvl="3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4pPr>
            <a:lvl5pPr lvl="4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5pPr>
            <a:lvl6pPr lvl="5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6pPr>
            <a:lvl7pPr lvl="6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7pPr>
            <a:lvl8pPr lvl="7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8pPr>
            <a:lvl9pPr lvl="8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ck">
  <p:cSld name="CUSTOM_4_1">
    <p:bg>
      <p:bgPr>
        <a:solidFill>
          <a:srgbClr val="141414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1752600" y="946000"/>
            <a:ext cx="8686800" cy="96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9pPr>
          </a:lstStyle>
          <a:p/>
        </p:txBody>
      </p:sp>
      <p:cxnSp>
        <p:nvCxnSpPr>
          <p:cNvPr id="139" name="Google Shape;139;p1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1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41" name="Google Shape;141;p1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1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600">
                <a:solidFill>
                  <a:srgbClr val="EBEBEB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rgbClr val="EBEBEB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44" name="Google Shape;144;p15"/>
          <p:cNvSpPr txBox="1"/>
          <p:nvPr>
            <p:ph idx="2" type="subTitle"/>
          </p:nvPr>
        </p:nvSpPr>
        <p:spPr>
          <a:xfrm>
            <a:off x="885050" y="6169550"/>
            <a:ext cx="91830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9pPr>
          </a:lstStyle>
          <a:p/>
        </p:txBody>
      </p:sp>
      <p:pic>
        <p:nvPicPr>
          <p:cNvPr id="145" name="Google Shape;14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1">
  <p:cSld name="CUSTOM_4_2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 Medium"/>
              <a:buNone/>
              <a:defRPr sz="11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 Medium"/>
              <a:buNone/>
              <a:defRPr sz="11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 Medium"/>
              <a:buNone/>
              <a:defRPr sz="11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 Medium"/>
              <a:buNone/>
              <a:defRPr sz="11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 Medium"/>
              <a:buNone/>
              <a:defRPr sz="11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 Medium"/>
              <a:buNone/>
              <a:defRPr sz="11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 Medium"/>
              <a:buNone/>
              <a:defRPr sz="11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 Medium"/>
              <a:buNone/>
              <a:defRPr sz="11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 Medium"/>
              <a:buNone/>
              <a:defRPr sz="11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title"/>
          </p:nvPr>
        </p:nvSpPr>
        <p:spPr>
          <a:xfrm>
            <a:off x="885050" y="8717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cxnSp>
        <p:nvCxnSpPr>
          <p:cNvPr id="149" name="Google Shape;149;p1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6"/>
          <p:cNvCxnSpPr/>
          <p:nvPr/>
        </p:nvCxnSpPr>
        <p:spPr>
          <a:xfrm rot="10800000">
            <a:off x="447767" y="6401100"/>
            <a:ext cx="0" cy="4569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1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2" name="Google Shape;152;p1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>
            <p:ph idx="2" type="subTitle"/>
          </p:nvPr>
        </p:nvSpPr>
        <p:spPr>
          <a:xfrm>
            <a:off x="885125" y="1424950"/>
            <a:ext cx="10422000" cy="7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EE0000"/>
                </a:solidFill>
              </a:defRPr>
            </a:lvl1pPr>
            <a:lvl2pPr lvl="1" rtl="0" algn="ctr">
              <a:spcBef>
                <a:spcPts val="2100"/>
              </a:spcBef>
              <a:spcAft>
                <a:spcPts val="0"/>
              </a:spcAft>
              <a:buNone/>
              <a:defRPr sz="1900">
                <a:solidFill>
                  <a:srgbClr val="EE0000"/>
                </a:solidFill>
              </a:defRPr>
            </a:lvl2pPr>
            <a:lvl3pPr lvl="2" rtl="0" algn="ctr">
              <a:spcBef>
                <a:spcPts val="2100"/>
              </a:spcBef>
              <a:spcAft>
                <a:spcPts val="0"/>
              </a:spcAft>
              <a:buNone/>
              <a:defRPr sz="1900">
                <a:solidFill>
                  <a:srgbClr val="EE0000"/>
                </a:solidFill>
              </a:defRPr>
            </a:lvl3pPr>
            <a:lvl4pPr lvl="3" rtl="0" algn="ctr">
              <a:spcBef>
                <a:spcPts val="2100"/>
              </a:spcBef>
              <a:spcAft>
                <a:spcPts val="0"/>
              </a:spcAft>
              <a:buNone/>
              <a:defRPr sz="1900">
                <a:solidFill>
                  <a:srgbClr val="EE0000"/>
                </a:solidFill>
              </a:defRPr>
            </a:lvl4pPr>
            <a:lvl5pPr lvl="4" rtl="0" algn="ctr">
              <a:spcBef>
                <a:spcPts val="2100"/>
              </a:spcBef>
              <a:spcAft>
                <a:spcPts val="0"/>
              </a:spcAft>
              <a:buNone/>
              <a:defRPr sz="1900">
                <a:solidFill>
                  <a:srgbClr val="EE0000"/>
                </a:solidFill>
              </a:defRPr>
            </a:lvl5pPr>
            <a:lvl6pPr lvl="5" rtl="0" algn="ctr">
              <a:spcBef>
                <a:spcPts val="2100"/>
              </a:spcBef>
              <a:spcAft>
                <a:spcPts val="0"/>
              </a:spcAft>
              <a:buNone/>
              <a:defRPr sz="1900">
                <a:solidFill>
                  <a:srgbClr val="EE0000"/>
                </a:solidFill>
              </a:defRPr>
            </a:lvl6pPr>
            <a:lvl7pPr lvl="6" rtl="0" algn="ctr">
              <a:spcBef>
                <a:spcPts val="2100"/>
              </a:spcBef>
              <a:spcAft>
                <a:spcPts val="0"/>
              </a:spcAft>
              <a:buNone/>
              <a:defRPr sz="1900">
                <a:solidFill>
                  <a:srgbClr val="EE0000"/>
                </a:solidFill>
              </a:defRPr>
            </a:lvl7pPr>
            <a:lvl8pPr lvl="7" rtl="0" algn="ctr">
              <a:spcBef>
                <a:spcPts val="2100"/>
              </a:spcBef>
              <a:spcAft>
                <a:spcPts val="0"/>
              </a:spcAft>
              <a:buNone/>
              <a:defRPr sz="1900">
                <a:solidFill>
                  <a:srgbClr val="EE0000"/>
                </a:solidFill>
              </a:defRPr>
            </a:lvl8pPr>
            <a:lvl9pPr lvl="8" rtl="0" algn="ctr">
              <a:spcBef>
                <a:spcPts val="2100"/>
              </a:spcBef>
              <a:spcAft>
                <a:spcPts val="2100"/>
              </a:spcAft>
              <a:buNone/>
              <a:defRPr sz="19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54" name="Google Shape;154;p16"/>
          <p:cNvSpPr txBox="1"/>
          <p:nvPr>
            <p:ph idx="3" type="subTitle"/>
          </p:nvPr>
        </p:nvSpPr>
        <p:spPr>
          <a:xfrm>
            <a:off x="885050" y="6169550"/>
            <a:ext cx="8002500" cy="55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4">
  <p:cSld name="CUSTOM_4_25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1752600" y="946000"/>
            <a:ext cx="8686800" cy="9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57" name="Google Shape;157;p1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59" name="Google Shape;159;p17"/>
          <p:cNvCxnSpPr/>
          <p:nvPr/>
        </p:nvCxnSpPr>
        <p:spPr>
          <a:xfrm rot="10800000">
            <a:off x="447767" y="6401100"/>
            <a:ext cx="0" cy="4569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1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1" name="Google Shape;161;p1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>
            <p:ph idx="2" type="subTitle"/>
          </p:nvPr>
        </p:nvSpPr>
        <p:spPr>
          <a:xfrm>
            <a:off x="885050" y="6169550"/>
            <a:ext cx="9182700" cy="55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">
  <p:cSld name="CUSTOM_4_2_3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752600" y="946000"/>
            <a:ext cx="8686800" cy="9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65" name="Google Shape;165;p1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1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67" name="Google Shape;167;p18"/>
          <p:cNvCxnSpPr/>
          <p:nvPr/>
        </p:nvCxnSpPr>
        <p:spPr>
          <a:xfrm rot="10800000">
            <a:off x="447767" y="6401100"/>
            <a:ext cx="0" cy="4569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1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>
            <p:ph idx="2" type="sldNum"/>
          </p:nvPr>
        </p:nvSpPr>
        <p:spPr>
          <a:xfrm>
            <a:off x="736567" y="6367200"/>
            <a:ext cx="7204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buNone/>
              <a:defRPr sz="1200"/>
            </a:lvl1pPr>
            <a:lvl2pPr lvl="1" rtl="0">
              <a:buNone/>
              <a:defRPr sz="1200"/>
            </a:lvl2pPr>
            <a:lvl3pPr lvl="2" rtl="0">
              <a:buNone/>
              <a:defRPr sz="1200"/>
            </a:lvl3pPr>
            <a:lvl4pPr lvl="3" rtl="0">
              <a:buNone/>
              <a:defRPr sz="1200"/>
            </a:lvl4pPr>
            <a:lvl5pPr lvl="4" rtl="0">
              <a:buNone/>
              <a:defRPr sz="1200"/>
            </a:lvl5pPr>
            <a:lvl6pPr lvl="5" rtl="0">
              <a:buNone/>
              <a:defRPr sz="1200"/>
            </a:lvl6pPr>
            <a:lvl7pPr lvl="6" rtl="0">
              <a:buNone/>
              <a:defRPr sz="1200"/>
            </a:lvl7pPr>
            <a:lvl8pPr lvl="7" rtl="0">
              <a:buNone/>
              <a:defRPr sz="1200"/>
            </a:lvl8pPr>
            <a:lvl9pPr lvl="8" rtl="0">
              <a:buNone/>
              <a:defRPr sz="1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 - FOR INTERNAL USE ONLY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 1">
  <p:cSld name="CUSTOM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447775" y="1084561"/>
            <a:ext cx="68247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73" name="Google Shape;173;p19"/>
          <p:cNvSpPr txBox="1"/>
          <p:nvPr>
            <p:ph idx="1" type="subTitle"/>
          </p:nvPr>
        </p:nvSpPr>
        <p:spPr>
          <a:xfrm>
            <a:off x="9251450" y="1743719"/>
            <a:ext cx="2124300" cy="3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1414"/>
                </a:solidFill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1414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1414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1414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1414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1414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1414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1414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1414"/>
                </a:solidFill>
              </a:defRPr>
            </a:lvl9pPr>
          </a:lstStyle>
          <a:p/>
        </p:txBody>
      </p:sp>
      <p:pic>
        <p:nvPicPr>
          <p:cNvPr id="174" name="Google Shape;174;p19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219185" y="377366"/>
            <a:ext cx="11621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i="0" sz="3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2" type="sldNum"/>
          </p:nvPr>
        </p:nvSpPr>
        <p:spPr>
          <a:xfrm>
            <a:off x="5892800" y="6368095"/>
            <a:ext cx="406500" cy="26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356462" y="1503335"/>
            <a:ext cx="114843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b="0" i="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b="0" i="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b="0" i="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b="0" i="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option 1">
  <p:cSld name="Front cover-0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5625" y="5724175"/>
            <a:ext cx="3416525" cy="46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>
            <p:ph type="title"/>
          </p:nvPr>
        </p:nvSpPr>
        <p:spPr>
          <a:xfrm>
            <a:off x="739450" y="3606625"/>
            <a:ext cx="6037500" cy="5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8" name="Google Shape;188;p22"/>
          <p:cNvSpPr txBox="1"/>
          <p:nvPr>
            <p:ph idx="1" type="subTitle"/>
          </p:nvPr>
        </p:nvSpPr>
        <p:spPr>
          <a:xfrm>
            <a:off x="760775" y="4129425"/>
            <a:ext cx="38430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Text"/>
              <a:buNone/>
              <a:defRPr sz="1900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6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option 2">
  <p:cSld name="Front cover-0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4225" y="5876575"/>
            <a:ext cx="3416525" cy="46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3"/>
          <p:cNvSpPr txBox="1"/>
          <p:nvPr>
            <p:ph type="title"/>
          </p:nvPr>
        </p:nvSpPr>
        <p:spPr>
          <a:xfrm>
            <a:off x="1445975" y="2665775"/>
            <a:ext cx="4857300" cy="65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2" name="Google Shape;192;p23"/>
          <p:cNvSpPr txBox="1"/>
          <p:nvPr>
            <p:ph idx="1" type="subTitle"/>
          </p:nvPr>
        </p:nvSpPr>
        <p:spPr>
          <a:xfrm>
            <a:off x="1446575" y="3291225"/>
            <a:ext cx="38430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ed Hat Text"/>
              <a:buNone/>
              <a:defRPr sz="1900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3"/>
          <p:cNvSpPr txBox="1"/>
          <p:nvPr>
            <p:ph idx="2" type="subTitle"/>
          </p:nvPr>
        </p:nvSpPr>
        <p:spPr>
          <a:xfrm>
            <a:off x="941825" y="6227675"/>
            <a:ext cx="3277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None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6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option 3">
  <p:cSld name="CUSTOM_2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idx="1" type="subTitle"/>
          </p:nvPr>
        </p:nvSpPr>
        <p:spPr>
          <a:xfrm>
            <a:off x="1169325" y="42076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Font typeface="Red Hat Display"/>
              <a:buNone/>
              <a:defRPr sz="2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6" name="Google Shape;196;p24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7" name="Google Shape;197;p24"/>
          <p:cNvSpPr txBox="1"/>
          <p:nvPr>
            <p:ph idx="2" type="subTitle"/>
          </p:nvPr>
        </p:nvSpPr>
        <p:spPr>
          <a:xfrm>
            <a:off x="1169325" y="5454694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98" name="Google Shape;198;p24"/>
          <p:cNvSpPr txBox="1"/>
          <p:nvPr>
            <p:ph idx="3" type="subTitle"/>
          </p:nvPr>
        </p:nvSpPr>
        <p:spPr>
          <a:xfrm>
            <a:off x="3557450" y="5454694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99" name="Google Shape;19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5375" y="666650"/>
            <a:ext cx="5379876" cy="72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">
  <p:cSld name="CUSTOM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/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 we’ll discuss today</a:t>
            </a:r>
            <a:endParaRPr sz="48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Agenda</a:t>
            </a:r>
            <a:endParaRPr sz="1000">
              <a:solidFill>
                <a:srgbClr val="EE0000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pic>
        <p:nvPicPr>
          <p:cNvPr id="203" name="Google Shape;20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59750" y="6313500"/>
            <a:ext cx="1767777" cy="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4911400" y="1612825"/>
            <a:ext cx="3075900" cy="43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ed Hat Display"/>
              <a:buChar char="▸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30200" lvl="1" marL="914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30200" lvl="2" marL="1371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30200" lvl="3" marL="18288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30200" lvl="4" marL="22860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30200" lvl="5" marL="27432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30200" lvl="6" marL="3200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30200" lvl="7" marL="3657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30200" lvl="8" marL="4114800" rtl="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05" name="Google Shape;205;p25"/>
          <p:cNvSpPr txBox="1"/>
          <p:nvPr>
            <p:ph idx="2" type="body"/>
          </p:nvPr>
        </p:nvSpPr>
        <p:spPr>
          <a:xfrm>
            <a:off x="8270850" y="1612825"/>
            <a:ext cx="3075900" cy="43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Char char="▸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30200" lvl="1" marL="914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30200" lvl="2" marL="1371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30200" lvl="3" marL="18288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30200" lvl="4" marL="22860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30200" lvl="5" marL="27432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30200" lvl="6" marL="3200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30200" lvl="7" marL="3657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30200" lvl="8" marL="4114800" rtl="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page - design 1">
  <p:cSld name="Text pag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594800" y="620733"/>
            <a:ext cx="11010000" cy="6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Red Hat Display Medium"/>
              <a:buNone/>
              <a:defRPr sz="3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ed Hat Display Medium"/>
              <a:buNone/>
              <a:defRPr sz="3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ed Hat Display Medium"/>
              <a:buNone/>
              <a:defRPr sz="3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ed Hat Display Medium"/>
              <a:buNone/>
              <a:defRPr sz="3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ed Hat Display Medium"/>
              <a:buNone/>
              <a:defRPr sz="3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ed Hat Display Medium"/>
              <a:buNone/>
              <a:defRPr sz="3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ed Hat Display Medium"/>
              <a:buNone/>
              <a:defRPr sz="3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ed Hat Display Medium"/>
              <a:buNone/>
              <a:defRPr sz="3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ed Hat Display Medium"/>
              <a:buNone/>
              <a:defRPr sz="3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208" name="Google Shape;20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9750" y="6313500"/>
            <a:ext cx="1767777" cy="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/>
          <p:nvPr>
            <p:ph idx="1" type="body"/>
          </p:nvPr>
        </p:nvSpPr>
        <p:spPr>
          <a:xfrm>
            <a:off x="796600" y="1536625"/>
            <a:ext cx="10527900" cy="45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ed Hat Display"/>
              <a:buChar char="▸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30200" lvl="1" marL="914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30200" lvl="2" marL="1371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30200" lvl="3" marL="18288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30200" lvl="4" marL="22860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30200" lvl="5" marL="27432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30200" lvl="6" marL="3200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30200" lvl="7" marL="3657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30200" lvl="8" marL="4114800" rtl="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0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page blank">
  <p:cSld name="Text page_3"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type="title"/>
          </p:nvPr>
        </p:nvSpPr>
        <p:spPr>
          <a:xfrm>
            <a:off x="594800" y="620733"/>
            <a:ext cx="11010000" cy="6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Red Hat Display Medium"/>
              <a:buNone/>
              <a:defRPr sz="3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212" name="Google Shape;21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59750" y="6313500"/>
            <a:ext cx="1767777" cy="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>
            <p:ph idx="1" type="body"/>
          </p:nvPr>
        </p:nvSpPr>
        <p:spPr>
          <a:xfrm>
            <a:off x="796600" y="1536625"/>
            <a:ext cx="11050500" cy="45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ed Hat Display"/>
              <a:buChar char="▸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30200" lvl="1" marL="914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30200" lvl="2" marL="1371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30200" lvl="3" marL="18288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30200" lvl="4" marL="22860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30200" lvl="5" marL="27432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30200" lvl="6" marL="3200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30200" lvl="7" marL="3657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30200" lvl="8" marL="4114800" rtl="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09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page design 2">
  <p:cSld name="Text pag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>
            <p:ph type="title"/>
          </p:nvPr>
        </p:nvSpPr>
        <p:spPr>
          <a:xfrm>
            <a:off x="594800" y="620733"/>
            <a:ext cx="11010000" cy="6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Red Hat Display Medium"/>
              <a:buNone/>
              <a:defRPr sz="3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216" name="Google Shape;21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9750" y="6313500"/>
            <a:ext cx="1767777" cy="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 txBox="1"/>
          <p:nvPr>
            <p:ph idx="1" type="body"/>
          </p:nvPr>
        </p:nvSpPr>
        <p:spPr>
          <a:xfrm>
            <a:off x="796600" y="1536625"/>
            <a:ext cx="11050500" cy="45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ed Hat Display"/>
              <a:buChar char="▸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30200" lvl="1" marL="914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30200" lvl="2" marL="1371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30200" lvl="3" marL="18288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30200" lvl="4" marL="22860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30200" lvl="5" marL="27432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30200" lvl="6" marL="3200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30200" lvl="7" marL="3657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30200" lvl="8" marL="4114800" rtl="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0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page">
  <p:cSld name="Text page_2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type="title"/>
          </p:nvPr>
        </p:nvSpPr>
        <p:spPr>
          <a:xfrm>
            <a:off x="594800" y="620733"/>
            <a:ext cx="11009700" cy="6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Red Hat Display Medium"/>
              <a:buNone/>
              <a:defRPr sz="3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220" name="Google Shape;220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59750" y="6313500"/>
            <a:ext cx="1767777" cy="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858150" y="1829225"/>
            <a:ext cx="4617300" cy="37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ed Hat Display"/>
              <a:buChar char="▸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30200" lvl="1" marL="914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30200" lvl="2" marL="1371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30200" lvl="3" marL="18288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30200" lvl="4" marL="22860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30200" lvl="5" marL="27432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30200" lvl="6" marL="3200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30200" lvl="7" marL="3657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30200" lvl="8" marL="4114800" rtl="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2" type="body"/>
          </p:nvPr>
        </p:nvSpPr>
        <p:spPr>
          <a:xfrm>
            <a:off x="6096000" y="1904400"/>
            <a:ext cx="4617300" cy="3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Char char="▸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30200" lvl="1" marL="914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30200" lvl="2" marL="1371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30200" lvl="3" marL="18288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30200" lvl="4" marL="22860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30200" lvl="5" marL="27432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30200" lvl="6" marL="3200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30200" lvl="7" marL="3657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30200" lvl="8" marL="4114800" rtl="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09">
          <p15:clr>
            <a:srgbClr val="FBAE40"/>
          </p15:clr>
        </p15:guide>
        <p15:guide id="2" pos="3840">
          <p15:clr>
            <a:srgbClr val="FA7B17"/>
          </p15:clr>
        </p15:guide>
        <p15:guide id="3" pos="4082">
          <p15:clr>
            <a:srgbClr val="FA7B17"/>
          </p15:clr>
        </p15:guide>
        <p15:guide id="4" pos="3598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heading + Text 2 columns 1">
  <p:cSld name="Text page_1_1_3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/>
          <p:nvPr/>
        </p:nvSpPr>
        <p:spPr>
          <a:xfrm>
            <a:off x="6096000" y="0"/>
            <a:ext cx="6139200" cy="6858000"/>
          </a:xfrm>
          <a:prstGeom prst="rect">
            <a:avLst/>
          </a:prstGeom>
          <a:solidFill>
            <a:srgbClr val="017A9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0"/>
          <p:cNvSpPr txBox="1"/>
          <p:nvPr>
            <p:ph type="title"/>
          </p:nvPr>
        </p:nvSpPr>
        <p:spPr>
          <a:xfrm>
            <a:off x="7293833" y="1781533"/>
            <a:ext cx="3786300" cy="18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ed Hat Display Medium"/>
              <a:buNone/>
              <a:defRPr sz="4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Red Hat Display Medium"/>
              <a:buNone/>
              <a:defRPr sz="53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Red Hat Display Medium"/>
              <a:buNone/>
              <a:defRPr sz="53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Red Hat Display Medium"/>
              <a:buNone/>
              <a:defRPr sz="53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Red Hat Display Medium"/>
              <a:buNone/>
              <a:defRPr sz="53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Red Hat Display Medium"/>
              <a:buNone/>
              <a:defRPr sz="53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Red Hat Display Medium"/>
              <a:buNone/>
              <a:defRPr sz="53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Red Hat Display Medium"/>
              <a:buNone/>
              <a:defRPr sz="53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Red Hat Display Medium"/>
              <a:buNone/>
              <a:defRPr sz="53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226" name="Google Shape;226;p30"/>
          <p:cNvPicPr preferRelativeResize="0"/>
          <p:nvPr/>
        </p:nvPicPr>
        <p:blipFill rotWithShape="1">
          <a:blip r:embed="rId2">
            <a:alphaModFix/>
          </a:blip>
          <a:srcRect b="0" l="0" r="10" t="0"/>
          <a:stretch/>
        </p:blipFill>
        <p:spPr>
          <a:xfrm>
            <a:off x="10059750" y="6313500"/>
            <a:ext cx="1767777" cy="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0"/>
          <p:cNvSpPr txBox="1"/>
          <p:nvPr>
            <p:ph idx="1" type="body"/>
          </p:nvPr>
        </p:nvSpPr>
        <p:spPr>
          <a:xfrm>
            <a:off x="858150" y="1600625"/>
            <a:ext cx="4617300" cy="37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ed Hat Display"/>
              <a:buChar char="▸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30200" lvl="1" marL="914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30200" lvl="2" marL="1371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30200" lvl="3" marL="18288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30200" lvl="4" marL="22860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30200" lvl="5" marL="27432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30200" lvl="6" marL="3200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30200" lvl="7" marL="3657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30200" lvl="8" marL="4114800" rtl="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09">
          <p15:clr>
            <a:srgbClr val="FBAE40"/>
          </p15:clr>
        </p15:guide>
        <p15:guide id="2" pos="3840">
          <p15:clr>
            <a:srgbClr val="FA7B17"/>
          </p15:clr>
        </p15:guide>
        <p15:guide id="3" pos="4082">
          <p15:clr>
            <a:srgbClr val="FA7B17"/>
          </p15:clr>
        </p15:guide>
        <p15:guide id="4" pos="3598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white, blank">
  <p:cSld name="Blank page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>
            <p:ph type="title"/>
          </p:nvPr>
        </p:nvSpPr>
        <p:spPr>
          <a:xfrm>
            <a:off x="1044567" y="2799400"/>
            <a:ext cx="4633200" cy="12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230" name="Google Shape;230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59750" y="6313500"/>
            <a:ext cx="1767777" cy="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white, design 1">
  <p:cSld name="Blank pag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title"/>
          </p:nvPr>
        </p:nvSpPr>
        <p:spPr>
          <a:xfrm>
            <a:off x="1044567" y="2799400"/>
            <a:ext cx="4633200" cy="12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233" name="Google Shape;2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9750" y="6313500"/>
            <a:ext cx="1767777" cy="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blue">
  <p:cSld name="Blank page_3_2">
    <p:bg>
      <p:bgPr>
        <a:solidFill>
          <a:srgbClr val="017A9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>
            <p:ph type="title"/>
          </p:nvPr>
        </p:nvSpPr>
        <p:spPr>
          <a:xfrm>
            <a:off x="587367" y="2799400"/>
            <a:ext cx="4633200" cy="12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ed Hat Display Medium"/>
              <a:buNone/>
              <a:defRPr sz="4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ed Hat Display Medium"/>
              <a:buNone/>
              <a:defRPr sz="4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ed Hat Display Medium"/>
              <a:buNone/>
              <a:defRPr sz="4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ed Hat Display Medium"/>
              <a:buNone/>
              <a:defRPr sz="4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ed Hat Display Medium"/>
              <a:buNone/>
              <a:defRPr sz="4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ed Hat Display Medium"/>
              <a:buNone/>
              <a:defRPr sz="4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ed Hat Display Medium"/>
              <a:buNone/>
              <a:defRPr sz="4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ed Hat Display Medium"/>
              <a:buNone/>
              <a:defRPr sz="4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ed Hat Display Medium"/>
              <a:buNone/>
              <a:defRPr sz="4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236" name="Google Shape;236;p33"/>
          <p:cNvPicPr preferRelativeResize="0"/>
          <p:nvPr/>
        </p:nvPicPr>
        <p:blipFill rotWithShape="1">
          <a:blip r:embed="rId2">
            <a:alphaModFix/>
          </a:blip>
          <a:srcRect b="0" l="0" r="10" t="0"/>
          <a:stretch/>
        </p:blipFill>
        <p:spPr>
          <a:xfrm>
            <a:off x="10059750" y="6313500"/>
            <a:ext cx="1767777" cy="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white, design 2 ">
  <p:cSld name="Blank page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type="title"/>
          </p:nvPr>
        </p:nvSpPr>
        <p:spPr>
          <a:xfrm>
            <a:off x="739767" y="2799400"/>
            <a:ext cx="4633200" cy="12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239" name="Google Shape;23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9750" y="6313500"/>
            <a:ext cx="1767777" cy="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teal">
  <p:cSld name="Blank page_3_1_2">
    <p:bg>
      <p:bgPr>
        <a:solidFill>
          <a:srgbClr val="AEDCDD">
            <a:alpha val="88830"/>
          </a:srgbClr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739767" y="2799400"/>
            <a:ext cx="4633200" cy="12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Red Hat Display Medium"/>
              <a:buNone/>
              <a:defRPr sz="4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242" name="Google Shape;242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59750" y="6313500"/>
            <a:ext cx="1767777" cy="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Blank page_1">
    <p:bg>
      <p:bgPr>
        <a:solidFill>
          <a:srgbClr val="017A9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7" name="Google Shape;247;p36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248" name="Google Shape;24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 rotWithShape="1">
          <a:blip r:embed="rId6">
            <a:alphaModFix/>
          </a:blip>
          <a:srcRect b="0" l="0" r="10" t="0"/>
          <a:stretch/>
        </p:blipFill>
        <p:spPr>
          <a:xfrm>
            <a:off x="10059750" y="6313500"/>
            <a:ext cx="1767777" cy="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6"/>
          <p:cNvSpPr txBox="1"/>
          <p:nvPr/>
        </p:nvSpPr>
        <p:spPr>
          <a:xfrm>
            <a:off x="7420900" y="4903288"/>
            <a:ext cx="72939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Want to learn more? Visit our Smartpage: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red.ht/salesenablement </a:t>
            </a:r>
            <a:endParaRPr b="1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4" name="Google Shape;254;p36"/>
          <p:cNvSpPr txBox="1"/>
          <p:nvPr/>
        </p:nvSpPr>
        <p:spPr>
          <a:xfrm>
            <a:off x="1271375" y="3285325"/>
            <a:ext cx="45195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Red Hat is the world’s leading provider of enterprise open source software solutions. Award-winning support, training, and consulting services make 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Red Hat a trusted adviser to the Fortune 500. 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5" name="Google Shape;255;p36"/>
          <p:cNvSpPr txBox="1"/>
          <p:nvPr/>
        </p:nvSpPr>
        <p:spPr>
          <a:xfrm>
            <a:off x="1316950" y="1999813"/>
            <a:ext cx="4519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Thank you</a:t>
            </a:r>
            <a:endParaRPr sz="5400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3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568000" y="593367"/>
            <a:ext cx="11360700" cy="76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 on the right 1">
  <p:cSld name="CUSTOM_2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59750" y="6313500"/>
            <a:ext cx="1767777" cy="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8"/>
          <p:cNvSpPr txBox="1"/>
          <p:nvPr>
            <p:ph idx="12" type="sldNum"/>
          </p:nvPr>
        </p:nvSpPr>
        <p:spPr>
          <a:xfrm>
            <a:off x="587380" y="6119267"/>
            <a:ext cx="32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buNone/>
              <a:defRPr sz="1100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l">
              <a:buNone/>
              <a:defRPr sz="1100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l">
              <a:buNone/>
              <a:defRPr sz="1100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l">
              <a:buNone/>
              <a:defRPr sz="1100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l">
              <a:buNone/>
              <a:defRPr sz="1100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l">
              <a:buNone/>
              <a:defRPr sz="1100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l">
              <a:buNone/>
              <a:defRPr sz="1100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l">
              <a:buNone/>
              <a:defRPr sz="1100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l">
              <a:buNone/>
              <a:defRPr sz="1100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38"/>
          <p:cNvSpPr txBox="1"/>
          <p:nvPr/>
        </p:nvSpPr>
        <p:spPr>
          <a:xfrm>
            <a:off x="594800" y="1792433"/>
            <a:ext cx="110100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Sales Enablement Team</a:t>
            </a:r>
            <a:endParaRPr b="1" sz="50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Template</a:t>
            </a:r>
            <a:endParaRPr b="1" sz="50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" sz="2800">
                <a:latin typeface="Red Hat Display"/>
                <a:ea typeface="Red Hat Display"/>
                <a:cs typeface="Red Hat Display"/>
                <a:sym typeface="Red Hat Display"/>
              </a:rPr>
              <a:t>(thumbnail image, do not use this slide)</a:t>
            </a:r>
            <a:endParaRPr b="1" baseline="-25000" sz="28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pSp>
        <p:nvGrpSpPr>
          <p:cNvPr id="262" name="Google Shape;262;p38"/>
          <p:cNvGrpSpPr/>
          <p:nvPr/>
        </p:nvGrpSpPr>
        <p:grpSpPr>
          <a:xfrm>
            <a:off x="0" y="-19935"/>
            <a:ext cx="12192000" cy="6955498"/>
            <a:chOff x="-294950" y="6157702"/>
            <a:chExt cx="12192000" cy="6955498"/>
          </a:xfrm>
        </p:grpSpPr>
        <p:grpSp>
          <p:nvGrpSpPr>
            <p:cNvPr id="263" name="Google Shape;263;p38"/>
            <p:cNvGrpSpPr/>
            <p:nvPr/>
          </p:nvGrpSpPr>
          <p:grpSpPr>
            <a:xfrm>
              <a:off x="-294950" y="6197575"/>
              <a:ext cx="12192000" cy="6915625"/>
              <a:chOff x="-294950" y="6197575"/>
              <a:chExt cx="12192000" cy="6915625"/>
            </a:xfrm>
          </p:grpSpPr>
          <p:sp>
            <p:nvSpPr>
              <p:cNvPr id="264" name="Google Shape;264;p38"/>
              <p:cNvSpPr/>
              <p:nvPr/>
            </p:nvSpPr>
            <p:spPr>
              <a:xfrm>
                <a:off x="-294950" y="6197575"/>
                <a:ext cx="12192000" cy="6858000"/>
              </a:xfrm>
              <a:prstGeom prst="rect">
                <a:avLst/>
              </a:prstGeom>
              <a:noFill/>
              <a:ln cap="flat" cmpd="sng" w="76200">
                <a:solidFill>
                  <a:srgbClr val="3C8F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38"/>
              <p:cNvSpPr/>
              <p:nvPr/>
            </p:nvSpPr>
            <p:spPr>
              <a:xfrm>
                <a:off x="4509438" y="12296900"/>
                <a:ext cx="3173100" cy="816300"/>
              </a:xfrm>
              <a:prstGeom prst="rect">
                <a:avLst/>
              </a:prstGeom>
              <a:solidFill>
                <a:srgbClr val="3C8FF7">
                  <a:alpha val="95750"/>
                </a:srgbClr>
              </a:solidFill>
              <a:ln>
                <a:noFill/>
              </a:ln>
            </p:spPr>
            <p:txBody>
              <a:bodyPr anchorCtr="0" anchor="ctr" bIns="91425" lIns="548625" spcFirstLastPara="1" rIns="274300" wrap="square" tIns="91425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rPr>
                  <a:t>Template slide</a:t>
                </a:r>
                <a:endParaRPr b="1" sz="9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FFFFFF"/>
                    </a:solidFill>
                    <a:latin typeface="Red Hat Display Medium"/>
                    <a:ea typeface="Red Hat Display Medium"/>
                    <a:cs typeface="Red Hat Display Medium"/>
                    <a:sym typeface="Red Hat Display Medium"/>
                  </a:rPr>
                  <a:t>Click on this slide’s thumbnail to the left and delete from your presentation before use.</a:t>
                </a:r>
                <a:endParaRPr b="1" sz="9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</p:grpSp>
        <p:pic>
          <p:nvPicPr>
            <p:cNvPr id="266" name="Google Shape;266;p38"/>
            <p:cNvPicPr preferRelativeResize="0"/>
            <p:nvPr/>
          </p:nvPicPr>
          <p:blipFill rotWithShape="1">
            <a:blip r:embed="rId3">
              <a:alphaModFix/>
            </a:blip>
            <a:srcRect b="0" l="20688" r="20688" t="0"/>
            <a:stretch/>
          </p:blipFill>
          <p:spPr>
            <a:xfrm>
              <a:off x="4630363" y="6157702"/>
              <a:ext cx="327274" cy="559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pos="4087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Overpass Light"/>
              <a:buChar char="●"/>
              <a:defRPr sz="2100"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indent="-33020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Overpass Light"/>
              <a:buChar char="○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indent="-33020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Overpass Light"/>
              <a:buChar char="■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indent="-33020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Overpass Light"/>
              <a:buChar char="●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indent="-33020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Overpass Light"/>
              <a:buChar char="○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indent="-33020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Overpass Light"/>
              <a:buChar char="■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indent="-33020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Overpass Light"/>
              <a:buChar char="●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indent="-33020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Overpass Light"/>
              <a:buChar char="○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indent="-33020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Font typeface="Overpass Light"/>
              <a:buChar char="■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" name="Google Shape;181;p2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21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183" name="Google Shape;183;p21"/>
          <p:cNvSpPr txBox="1"/>
          <p:nvPr>
            <p:ph type="title"/>
          </p:nvPr>
        </p:nvSpPr>
        <p:spPr>
          <a:xfrm>
            <a:off x="5680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ed Hat Display"/>
              <a:buNone/>
              <a:defRPr sz="3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ed Hat Display"/>
              <a:buNone/>
              <a:defRPr sz="3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ed Hat Display"/>
              <a:buNone/>
              <a:defRPr sz="3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ed Hat Display"/>
              <a:buNone/>
              <a:defRPr sz="3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ed Hat Display"/>
              <a:buNone/>
              <a:defRPr sz="3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ed Hat Display"/>
              <a:buNone/>
              <a:defRPr sz="3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ed Hat Display"/>
              <a:buNone/>
              <a:defRPr sz="3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ed Hat Display"/>
              <a:buNone/>
              <a:defRPr sz="3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ed Hat Display"/>
              <a:buNone/>
              <a:defRPr sz="3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796600" y="1536625"/>
            <a:ext cx="110505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ed Hat Display"/>
              <a:buChar char="▸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30200" lvl="1" marL="914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30200" lvl="2" marL="1371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30200" lvl="3" marL="18288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30200" lvl="4" marL="22860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30200" lvl="5" marL="27432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30200" lvl="6" marL="3200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30200" lvl="7" marL="3657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30200" lvl="8" marL="4114800" rtl="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Red Hat Display"/>
              <a:buChar char="･"/>
              <a:defRPr sz="16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70">
          <p15:clr>
            <a:srgbClr val="F26B43"/>
          </p15:clr>
        </p15:guide>
        <p15:guide id="2" orient="horz" pos="3929">
          <p15:clr>
            <a:srgbClr val="F26B43"/>
          </p15:clr>
        </p15:guide>
        <p15:guide id="3" pos="7310">
          <p15:clr>
            <a:srgbClr val="F26B43"/>
          </p15:clr>
        </p15:guide>
        <p15:guide id="4" orient="horz" pos="39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>
            <p:ph idx="12" type="sldNum"/>
          </p:nvPr>
        </p:nvSpPr>
        <p:spPr>
          <a:xfrm>
            <a:off x="587380" y="6119267"/>
            <a:ext cx="3240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/>
          <p:nvPr>
            <p:ph type="title"/>
          </p:nvPr>
        </p:nvSpPr>
        <p:spPr>
          <a:xfrm>
            <a:off x="739450" y="3606625"/>
            <a:ext cx="6037500" cy="5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0"/>
          <p:cNvSpPr txBox="1"/>
          <p:nvPr>
            <p:ph idx="1" type="subTitle"/>
          </p:nvPr>
        </p:nvSpPr>
        <p:spPr>
          <a:xfrm>
            <a:off x="760775" y="4129425"/>
            <a:ext cx="3843000" cy="4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 txBox="1"/>
          <p:nvPr>
            <p:ph type="title"/>
          </p:nvPr>
        </p:nvSpPr>
        <p:spPr>
          <a:xfrm>
            <a:off x="1445975" y="2665775"/>
            <a:ext cx="4857300" cy="65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1"/>
          <p:cNvSpPr txBox="1"/>
          <p:nvPr>
            <p:ph idx="1" type="subTitle"/>
          </p:nvPr>
        </p:nvSpPr>
        <p:spPr>
          <a:xfrm>
            <a:off x="1446575" y="3291225"/>
            <a:ext cx="3843000" cy="4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1"/>
          <p:cNvSpPr txBox="1"/>
          <p:nvPr>
            <p:ph idx="2" type="subTitle"/>
          </p:nvPr>
        </p:nvSpPr>
        <p:spPr>
          <a:xfrm>
            <a:off x="941825" y="6227675"/>
            <a:ext cx="3277200" cy="2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"/>
          <p:cNvSpPr txBox="1"/>
          <p:nvPr>
            <p:ph idx="1" type="subTitle"/>
          </p:nvPr>
        </p:nvSpPr>
        <p:spPr>
          <a:xfrm>
            <a:off x="1169325" y="4207625"/>
            <a:ext cx="7533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2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2"/>
          <p:cNvSpPr txBox="1"/>
          <p:nvPr>
            <p:ph idx="2" type="subTitle"/>
          </p:nvPr>
        </p:nvSpPr>
        <p:spPr>
          <a:xfrm>
            <a:off x="1169325" y="5454694"/>
            <a:ext cx="20403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2"/>
          <p:cNvSpPr txBox="1"/>
          <p:nvPr>
            <p:ph idx="3" type="subTitle"/>
          </p:nvPr>
        </p:nvSpPr>
        <p:spPr>
          <a:xfrm>
            <a:off x="3557450" y="5454694"/>
            <a:ext cx="20403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 txBox="1"/>
          <p:nvPr>
            <p:ph idx="1" type="body"/>
          </p:nvPr>
        </p:nvSpPr>
        <p:spPr>
          <a:xfrm>
            <a:off x="4911400" y="1612825"/>
            <a:ext cx="3075900" cy="43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3"/>
          <p:cNvSpPr txBox="1"/>
          <p:nvPr>
            <p:ph idx="2" type="body"/>
          </p:nvPr>
        </p:nvSpPr>
        <p:spPr>
          <a:xfrm>
            <a:off x="8270850" y="1612825"/>
            <a:ext cx="3075900" cy="43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type="title"/>
          </p:nvPr>
        </p:nvSpPr>
        <p:spPr>
          <a:xfrm>
            <a:off x="594800" y="620733"/>
            <a:ext cx="11010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4"/>
          <p:cNvSpPr txBox="1"/>
          <p:nvPr>
            <p:ph idx="1" type="body"/>
          </p:nvPr>
        </p:nvSpPr>
        <p:spPr>
          <a:xfrm>
            <a:off x="796600" y="1536625"/>
            <a:ext cx="11050500" cy="45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5"/>
          <p:cNvSpPr txBox="1"/>
          <p:nvPr>
            <p:ph type="title"/>
          </p:nvPr>
        </p:nvSpPr>
        <p:spPr>
          <a:xfrm>
            <a:off x="594800" y="620733"/>
            <a:ext cx="110097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5"/>
          <p:cNvSpPr txBox="1"/>
          <p:nvPr>
            <p:ph idx="1" type="body"/>
          </p:nvPr>
        </p:nvSpPr>
        <p:spPr>
          <a:xfrm>
            <a:off x="858150" y="1829225"/>
            <a:ext cx="4617300" cy="37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▸"/>
            </a:pPr>
            <a:r>
              <a:t/>
            </a:r>
            <a:endParaRPr/>
          </a:p>
        </p:txBody>
      </p:sp>
      <p:sp>
        <p:nvSpPr>
          <p:cNvPr id="311" name="Google Shape;311;p45"/>
          <p:cNvSpPr txBox="1"/>
          <p:nvPr>
            <p:ph idx="2" type="body"/>
          </p:nvPr>
        </p:nvSpPr>
        <p:spPr>
          <a:xfrm>
            <a:off x="6096000" y="1904400"/>
            <a:ext cx="4617300" cy="37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6"/>
          <p:cNvSpPr txBox="1"/>
          <p:nvPr>
            <p:ph type="title"/>
          </p:nvPr>
        </p:nvSpPr>
        <p:spPr>
          <a:xfrm>
            <a:off x="1044567" y="2799400"/>
            <a:ext cx="4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7"/>
          <p:cNvSpPr txBox="1"/>
          <p:nvPr>
            <p:ph type="title"/>
          </p:nvPr>
        </p:nvSpPr>
        <p:spPr>
          <a:xfrm>
            <a:off x="739767" y="3180400"/>
            <a:ext cx="4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d Hat widescreen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ster">
  <a:themeElements>
    <a:clrScheme name="Red Hat colors">
      <a:dk1>
        <a:srgbClr val="000000"/>
      </a:dk1>
      <a:lt1>
        <a:srgbClr val="FFFFFF"/>
      </a:lt1>
      <a:dk2>
        <a:srgbClr val="EE0000"/>
      </a:dk2>
      <a:lt2>
        <a:srgbClr val="FFFFFF"/>
      </a:lt2>
      <a:accent1>
        <a:srgbClr val="BE0000"/>
      </a:accent1>
      <a:accent2>
        <a:srgbClr val="8F0000"/>
      </a:accent2>
      <a:accent3>
        <a:srgbClr val="5F0000"/>
      </a:accent3>
      <a:accent4>
        <a:srgbClr val="4D4D4D"/>
      </a:accent4>
      <a:accent5>
        <a:srgbClr val="AAAAAA"/>
      </a:accent5>
      <a:accent6>
        <a:srgbClr val="DEDEDE"/>
      </a:accent6>
      <a:hlink>
        <a:srgbClr val="306DC1"/>
      </a:hlink>
      <a:folHlink>
        <a:srgbClr val="FAAA4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